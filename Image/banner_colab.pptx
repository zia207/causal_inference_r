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39DE83-0C12-4A1C-93E2-E52C55E1E4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A24E54-6173-44E8-81F3-0561745943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9C0E10-15A5-47A2-A257-E302427D1A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EA074E-89A4-417E-9165-F4683CE0BC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3968C2-66A0-40A3-9C09-661228AC34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C520B1-E773-48FF-B113-914A51B06B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847FE7-E066-4BC5-87F7-D6CF2AB8A5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96DCB1-1E0E-4EAB-8871-05045226DD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60262C-DC56-4C9A-ADB4-FA1D477875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75CF2E-4BA5-47C5-9F9E-0F4A87B297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5226C4-C1AB-40FB-92B9-BB9FA7B565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27AB64-C872-4D1B-972B-436A741E2C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116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672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726A8F-E41C-48E8-9C96-55AA7808B701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672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48640" y="91080"/>
            <a:ext cx="98751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2" descr="A hexagon with blue letters and 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8628840" y="122040"/>
            <a:ext cx="2342160" cy="2040120"/>
          </a:xfrm>
          <a:prstGeom prst="rect">
            <a:avLst/>
          </a:prstGeom>
          <a:ln w="0">
            <a:noFill/>
          </a:ln>
        </p:spPr>
      </p:pic>
      <p:sp>
        <p:nvSpPr>
          <p:cNvPr id="43" name="TextBox 1"/>
          <p:cNvSpPr/>
          <p:nvPr/>
        </p:nvSpPr>
        <p:spPr>
          <a:xfrm>
            <a:off x="0" y="756000"/>
            <a:ext cx="1097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R for Beginners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A close-up of a graph&#10;&#10;Description automatically generated"/>
          <p:cNvPicPr/>
          <p:nvPr/>
        </p:nvPicPr>
        <p:blipFill>
          <a:blip r:embed="rId1"/>
          <a:stretch/>
        </p:blipFill>
        <p:spPr>
          <a:xfrm>
            <a:off x="8602200" y="57600"/>
            <a:ext cx="2196000" cy="2196000"/>
          </a:xfrm>
          <a:prstGeom prst="rect">
            <a:avLst/>
          </a:prstGeom>
          <a:ln w="0">
            <a:noFill/>
          </a:ln>
        </p:spPr>
      </p:pic>
      <p:sp>
        <p:nvSpPr>
          <p:cNvPr id="45" name="TextBox 1"/>
          <p:cNvSpPr/>
          <p:nvPr/>
        </p:nvSpPr>
        <p:spPr>
          <a:xfrm>
            <a:off x="0" y="756000"/>
            <a:ext cx="10971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Python for Beginners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6" name="Picture 3" descr=""/>
          <p:cNvPicPr/>
          <p:nvPr/>
        </p:nvPicPr>
        <p:blipFill>
          <a:blip r:embed="rId2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48" name="TextBox 3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Inference: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From Theory to Practice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51" name="TextBox 2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Randomized Controlled Trials (RCTs)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54" name="TextBox 4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Directed Acyclic Graphs (DAGs)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6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57" name="TextBox 5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Potential Outcomes Framework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7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60" name="TextBox 6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Temporal Causal Inference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8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63" name="TextBox 7"/>
          <p:cNvSpPr/>
          <p:nvPr/>
        </p:nvSpPr>
        <p:spPr>
          <a:xfrm>
            <a:off x="0" y="756000"/>
            <a:ext cx="10971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Temporal Causal Inference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9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66" name="TextBox 8"/>
          <p:cNvSpPr/>
          <p:nvPr/>
        </p:nvSpPr>
        <p:spPr>
          <a:xfrm>
            <a:off x="0" y="756000"/>
            <a:ext cx="1097100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0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69" name="TextBox 9"/>
          <p:cNvSpPr/>
          <p:nvPr/>
        </p:nvSpPr>
        <p:spPr>
          <a:xfrm>
            <a:off x="0" y="648000"/>
            <a:ext cx="109710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Tree-Based Models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1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72" name="TextBox 10"/>
          <p:cNvSpPr/>
          <p:nvPr/>
        </p:nvSpPr>
        <p:spPr>
          <a:xfrm>
            <a:off x="0" y="648000"/>
            <a:ext cx="1097100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Double/Debiased Machine Learning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2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75" name="TextBox 11"/>
          <p:cNvSpPr/>
          <p:nvPr/>
        </p:nvSpPr>
        <p:spPr>
          <a:xfrm>
            <a:off x="0" y="648000"/>
            <a:ext cx="1097100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78" name="TextBox 12"/>
          <p:cNvSpPr/>
          <p:nvPr/>
        </p:nvSpPr>
        <p:spPr>
          <a:xfrm>
            <a:off x="0" y="648000"/>
            <a:ext cx="10971000" cy="12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e75b6"/>
                </a:solidFill>
                <a:latin typeface="Calibri Light"/>
                <a:ea typeface="DejaVu Sans"/>
              </a:rPr>
              <a:t>Causal Machine Learning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4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108000" y="237600"/>
            <a:ext cx="1927800" cy="1827000"/>
          </a:xfrm>
          <a:prstGeom prst="rect">
            <a:avLst/>
          </a:prstGeom>
          <a:ln w="0">
            <a:noFill/>
          </a:ln>
        </p:spPr>
      </p:pic>
      <p:sp>
        <p:nvSpPr>
          <p:cNvPr id="81" name="TextBox 13"/>
          <p:cNvSpPr/>
          <p:nvPr/>
        </p:nvSpPr>
        <p:spPr>
          <a:xfrm>
            <a:off x="0" y="648000"/>
            <a:ext cx="10971000" cy="12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Treatment Effect Estimators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8604000" y="108000"/>
            <a:ext cx="2316600" cy="21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160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2026-06-11T00:19:03Z</dcterms:modified>
  <cp:revision>19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